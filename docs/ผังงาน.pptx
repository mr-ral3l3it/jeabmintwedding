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4" userDrawn="1">
          <p15:clr>
            <a:srgbClr val="A4A3A4"/>
          </p15:clr>
        </p15:guide>
        <p15:guide id="2" pos="39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BD6B"/>
    <a:srgbClr val="FB350D"/>
    <a:srgbClr val="FAA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 showGuides="1">
      <p:cViewPr>
        <p:scale>
          <a:sx n="190" d="100"/>
          <a:sy n="190" d="100"/>
        </p:scale>
        <p:origin x="-2574" y="-1668"/>
      </p:cViewPr>
      <p:guideLst>
        <p:guide orient="horz" pos="2324"/>
        <p:guide pos="39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th-TH" smtClean="0"/>
              <a:t>19/09/69</a:t>
            </a:fld>
            <a:endParaRPr lang="th-TH"/>
          </a:p>
        </p:txBody>
      </p:sp>
      <p:sp>
        <p:nvSpPr>
          <p:cNvPr id="4" name="ตัวแทนภาพในภาพนิ่ง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พื้นที่สำรอง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th-TH" smtClean="0"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ภาพในภาพนิ่ง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ตัวแทนข้อความ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D089-652E-44E7-9669-6EA3BAFF676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52A0-04C3-4C54-AC80-F1EA282447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D089-652E-44E7-9669-6EA3BAFF676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52A0-04C3-4C54-AC80-F1EA282447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D089-652E-44E7-9669-6EA3BAFF676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52A0-04C3-4C54-AC80-F1EA282447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D089-652E-44E7-9669-6EA3BAFF676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52A0-04C3-4C54-AC80-F1EA282447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D089-652E-44E7-9669-6EA3BAFF676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52A0-04C3-4C54-AC80-F1EA282447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D089-652E-44E7-9669-6EA3BAFF676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52A0-04C3-4C54-AC80-F1EA282447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D089-652E-44E7-9669-6EA3BAFF676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52A0-04C3-4C54-AC80-F1EA282447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D089-652E-44E7-9669-6EA3BAFF676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52A0-04C3-4C54-AC80-F1EA282447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D089-652E-44E7-9669-6EA3BAFF676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52A0-04C3-4C54-AC80-F1EA282447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D089-652E-44E7-9669-6EA3BAFF676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52A0-04C3-4C54-AC80-F1EA282447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D089-652E-44E7-9669-6EA3BAFF676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52A0-04C3-4C54-AC80-F1EA282447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3D089-652E-44E7-9669-6EA3BAFF676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A52A0-04C3-4C54-AC80-F1EA2824479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65145" y="529432"/>
            <a:ext cx="2667350" cy="515600"/>
          </a:xfrm>
          <a:prstGeom prst="rect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เวที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cxnSp>
        <p:nvCxnSpPr>
          <p:cNvPr id="40" name="ตัวเชื่อมต่อตรง 39"/>
          <p:cNvCxnSpPr/>
          <p:nvPr/>
        </p:nvCxnSpPr>
        <p:spPr>
          <a:xfrm rot="5400000">
            <a:off x="4871057" y="3365011"/>
            <a:ext cx="4919337" cy="364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ตัวเชื่อมต่อตรง 41"/>
          <p:cNvCxnSpPr/>
          <p:nvPr/>
        </p:nvCxnSpPr>
        <p:spPr>
          <a:xfrm rot="5400000">
            <a:off x="2209496" y="3362963"/>
            <a:ext cx="4911599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" name="ตัวเชื่อมต่อตรง 101"/>
          <p:cNvCxnSpPr/>
          <p:nvPr/>
        </p:nvCxnSpPr>
        <p:spPr>
          <a:xfrm rot="5400000">
            <a:off x="5999153" y="4474483"/>
            <a:ext cx="10430" cy="2678127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" name="ตัวเชื่อมต่อตรง 149"/>
          <p:cNvCxnSpPr/>
          <p:nvPr/>
        </p:nvCxnSpPr>
        <p:spPr>
          <a:xfrm rot="5400000">
            <a:off x="6809531" y="6338426"/>
            <a:ext cx="103914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5" name="ลูกศร: ซ้าย-ขวา-ขึ้น 154"/>
          <p:cNvSpPr/>
          <p:nvPr/>
        </p:nvSpPr>
        <p:spPr>
          <a:xfrm rot="16200000">
            <a:off x="3798114" y="2754142"/>
            <a:ext cx="1104888" cy="617428"/>
          </a:xfrm>
          <a:prstGeom prst="leftRightUpArrow">
            <a:avLst/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6" name="กล่องข้อความ 155"/>
          <p:cNvSpPr txBox="1"/>
          <p:nvPr/>
        </p:nvSpPr>
        <p:spPr>
          <a:xfrm rot="5400000">
            <a:off x="4027126" y="2334126"/>
            <a:ext cx="280364" cy="1853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ลิฟท์</a:t>
            </a:r>
          </a:p>
        </p:txBody>
      </p:sp>
      <p:cxnSp>
        <p:nvCxnSpPr>
          <p:cNvPr id="158" name="ตัวเชื่อมต่อตรง 157"/>
          <p:cNvCxnSpPr/>
          <p:nvPr/>
        </p:nvCxnSpPr>
        <p:spPr>
          <a:xfrm rot="5400000">
            <a:off x="2647975" y="1596950"/>
            <a:ext cx="282099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ตัวเชื่อมต่อตรง 159"/>
          <p:cNvCxnSpPr/>
          <p:nvPr/>
        </p:nvCxnSpPr>
        <p:spPr>
          <a:xfrm rot="5400000">
            <a:off x="2224111" y="4951112"/>
            <a:ext cx="36687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ตัวเชื่อมต่อตรง 161"/>
          <p:cNvCxnSpPr/>
          <p:nvPr/>
        </p:nvCxnSpPr>
        <p:spPr>
          <a:xfrm rot="5400000">
            <a:off x="5688748" y="5155199"/>
            <a:ext cx="0" cy="32605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ลูกศร: ขึ้น-ลง 173"/>
          <p:cNvSpPr/>
          <p:nvPr/>
        </p:nvSpPr>
        <p:spPr>
          <a:xfrm rot="5400000">
            <a:off x="4561107" y="1307496"/>
            <a:ext cx="183747" cy="25766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5" name="ลูกศร: ขึ้น-ลง 174"/>
          <p:cNvSpPr/>
          <p:nvPr/>
        </p:nvSpPr>
        <p:spPr>
          <a:xfrm rot="5400000">
            <a:off x="7263333" y="2147757"/>
            <a:ext cx="183747" cy="30430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6" name="ลูกศร: ขึ้น-ลง 175"/>
          <p:cNvSpPr/>
          <p:nvPr/>
        </p:nvSpPr>
        <p:spPr>
          <a:xfrm rot="5400000">
            <a:off x="7265704" y="2778723"/>
            <a:ext cx="183747" cy="30430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7" name="ลูกศร: ขึ้น-ลง 176"/>
          <p:cNvSpPr/>
          <p:nvPr/>
        </p:nvSpPr>
        <p:spPr>
          <a:xfrm rot="5400000">
            <a:off x="7272967" y="3564380"/>
            <a:ext cx="183747" cy="30430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8" name="ลูกศร: ขึ้น-ลง 177"/>
          <p:cNvSpPr/>
          <p:nvPr/>
        </p:nvSpPr>
        <p:spPr>
          <a:xfrm rot="5400000">
            <a:off x="7258146" y="5268596"/>
            <a:ext cx="183747" cy="30430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9" name="ลูกศร: ขึ้น-ลง 178"/>
          <p:cNvSpPr/>
          <p:nvPr/>
        </p:nvSpPr>
        <p:spPr>
          <a:xfrm rot="10800000">
            <a:off x="5601429" y="5584604"/>
            <a:ext cx="260755" cy="456495"/>
          </a:xfrm>
          <a:prstGeom prst="upDownArrow">
            <a:avLst/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0" name="ลูกศร: ขึ้น-ลง 179"/>
          <p:cNvSpPr/>
          <p:nvPr/>
        </p:nvSpPr>
        <p:spPr>
          <a:xfrm rot="10800000">
            <a:off x="4946199" y="5715706"/>
            <a:ext cx="183747" cy="30430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1" name="ลูกศร: ขึ้น-ลง 180"/>
          <p:cNvSpPr/>
          <p:nvPr/>
        </p:nvSpPr>
        <p:spPr>
          <a:xfrm rot="5400000">
            <a:off x="4542366" y="5299204"/>
            <a:ext cx="183747" cy="25647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2" name="ลูกศร: ขึ้น-ลง 181"/>
          <p:cNvSpPr/>
          <p:nvPr/>
        </p:nvSpPr>
        <p:spPr>
          <a:xfrm rot="5400000">
            <a:off x="4550402" y="4480280"/>
            <a:ext cx="183747" cy="25647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ลูกศร: ขึ้น-ลง 6"/>
          <p:cNvSpPr/>
          <p:nvPr/>
        </p:nvSpPr>
        <p:spPr>
          <a:xfrm rot="5400000">
            <a:off x="7271099" y="4380662"/>
            <a:ext cx="183747" cy="30430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ลูกศร: ขึ้น-ลง 7"/>
          <p:cNvSpPr/>
          <p:nvPr/>
        </p:nvSpPr>
        <p:spPr>
          <a:xfrm rot="5400000">
            <a:off x="7260451" y="1195739"/>
            <a:ext cx="183747" cy="26474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1" name="กล่องข้อความ 140"/>
          <p:cNvSpPr txBox="1"/>
          <p:nvPr/>
        </p:nvSpPr>
        <p:spPr>
          <a:xfrm rot="5400000">
            <a:off x="6865048" y="1166891"/>
            <a:ext cx="545847" cy="301780"/>
          </a:xfrm>
          <a:prstGeom prst="rect">
            <a:avLst/>
          </a:prstGeom>
          <a:solidFill>
            <a:srgbClr val="00B0F0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th-TH" sz="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โต๊ะควบคุมภาพ เสียง และไฟแสงสี</a:t>
            </a:r>
          </a:p>
        </p:txBody>
      </p:sp>
      <p:sp>
        <p:nvSpPr>
          <p:cNvPr id="83" name="ลูกศร: ขึ้น-ลง 179"/>
          <p:cNvSpPr/>
          <p:nvPr/>
        </p:nvSpPr>
        <p:spPr>
          <a:xfrm rot="10800000">
            <a:off x="6280895" y="5715706"/>
            <a:ext cx="183747" cy="30430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4" name="ลูกศร: ขึ้น-ลง 179"/>
          <p:cNvSpPr/>
          <p:nvPr/>
        </p:nvSpPr>
        <p:spPr>
          <a:xfrm rot="10800000">
            <a:off x="6837434" y="5715706"/>
            <a:ext cx="183747" cy="30430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9" name="กล่องข้อความ 36"/>
          <p:cNvSpPr txBox="1"/>
          <p:nvPr/>
        </p:nvSpPr>
        <p:spPr>
          <a:xfrm>
            <a:off x="6905096" y="186476"/>
            <a:ext cx="418190" cy="400110"/>
          </a:xfrm>
          <a:prstGeom prst="rect">
            <a:avLst/>
          </a:prstGeom>
          <a:solidFill>
            <a:srgbClr val="FAA2F4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ห้องน้ำ ญ</a:t>
            </a:r>
          </a:p>
        </p:txBody>
      </p:sp>
      <p:sp>
        <p:nvSpPr>
          <p:cNvPr id="130" name="กล่องข้อความ 36"/>
          <p:cNvSpPr txBox="1"/>
          <p:nvPr/>
        </p:nvSpPr>
        <p:spPr>
          <a:xfrm>
            <a:off x="6511579" y="186128"/>
            <a:ext cx="395281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ห้องน้ำ ช</a:t>
            </a:r>
          </a:p>
        </p:txBody>
      </p:sp>
      <p:sp>
        <p:nvSpPr>
          <p:cNvPr id="245" name="Oval 11"/>
          <p:cNvSpPr/>
          <p:nvPr/>
        </p:nvSpPr>
        <p:spPr>
          <a:xfrm>
            <a:off x="5494520" y="162269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C1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246" name="Oval 11"/>
          <p:cNvSpPr/>
          <p:nvPr/>
        </p:nvSpPr>
        <p:spPr>
          <a:xfrm>
            <a:off x="5132592" y="162269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B1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3" name="กล่องข้อความ 36"/>
          <p:cNvSpPr txBox="1"/>
          <p:nvPr/>
        </p:nvSpPr>
        <p:spPr>
          <a:xfrm>
            <a:off x="5129985" y="6468738"/>
            <a:ext cx="471445" cy="167926"/>
          </a:xfrm>
          <a:prstGeom prst="rect">
            <a:avLst/>
          </a:prstGeom>
          <a:solidFill>
            <a:srgbClr val="FAA2F4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ลงทะเบียน </a:t>
            </a:r>
          </a:p>
        </p:txBody>
      </p:sp>
      <p:sp>
        <p:nvSpPr>
          <p:cNvPr id="14" name="กล่องข้อความ 36"/>
          <p:cNvSpPr txBox="1"/>
          <p:nvPr/>
        </p:nvSpPr>
        <p:spPr>
          <a:xfrm>
            <a:off x="4231944" y="6468738"/>
            <a:ext cx="551062" cy="2239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th-TH" sz="1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แบลคดอฟ</a:t>
            </a:r>
          </a:p>
        </p:txBody>
      </p:sp>
      <p:sp>
        <p:nvSpPr>
          <p:cNvPr id="3" name="กล่องข้อความ 36"/>
          <p:cNvSpPr txBox="1"/>
          <p:nvPr/>
        </p:nvSpPr>
        <p:spPr>
          <a:xfrm rot="5400000">
            <a:off x="7304507" y="2820078"/>
            <a:ext cx="597998" cy="169665"/>
          </a:xfrm>
          <a:prstGeom prst="rect">
            <a:avLst/>
          </a:prstGeom>
          <a:solidFill>
            <a:srgbClr val="FFC000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th-TH" sz="1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บาร์เครื่องดื่ม</a:t>
            </a:r>
          </a:p>
        </p:txBody>
      </p:sp>
      <p:sp>
        <p:nvSpPr>
          <p:cNvPr id="16" name="กล่องข้อความ 36"/>
          <p:cNvSpPr txBox="1"/>
          <p:nvPr/>
        </p:nvSpPr>
        <p:spPr>
          <a:xfrm rot="5400000">
            <a:off x="4001437" y="6032060"/>
            <a:ext cx="369577" cy="14741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th-TH" sz="1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โฟโต้บูธ</a:t>
            </a:r>
          </a:p>
        </p:txBody>
      </p:sp>
      <p:sp>
        <p:nvSpPr>
          <p:cNvPr id="19" name="กล่องข้อความ 36"/>
          <p:cNvSpPr txBox="1"/>
          <p:nvPr/>
        </p:nvSpPr>
        <p:spPr>
          <a:xfrm rot="5400000">
            <a:off x="7512067" y="-18339"/>
            <a:ext cx="298999" cy="707886"/>
          </a:xfrm>
          <a:prstGeom prst="rect">
            <a:avLst/>
          </a:prstGeom>
          <a:solidFill>
            <a:srgbClr val="FAA2F4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ห้องน้ำ </a:t>
            </a:r>
          </a:p>
          <a:p>
            <a:pPr algn="ctr"/>
            <a:r>
              <a:rPr lang="th-TH" sz="1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ญ</a:t>
            </a:r>
          </a:p>
        </p:txBody>
      </p:sp>
      <p:sp>
        <p:nvSpPr>
          <p:cNvPr id="20" name="กล่องข้อความ 36"/>
          <p:cNvSpPr txBox="1"/>
          <p:nvPr/>
        </p:nvSpPr>
        <p:spPr>
          <a:xfrm rot="5400000">
            <a:off x="7501117" y="293698"/>
            <a:ext cx="311168" cy="707886"/>
          </a:xfrm>
          <a:prstGeom prst="rect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ห้องน้ำ </a:t>
            </a:r>
          </a:p>
          <a:p>
            <a:pPr algn="ctr"/>
            <a:r>
              <a:rPr lang="th-TH" sz="1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</a:t>
            </a:r>
          </a:p>
        </p:txBody>
      </p:sp>
      <p:sp>
        <p:nvSpPr>
          <p:cNvPr id="23" name="Oval 11"/>
          <p:cNvSpPr/>
          <p:nvPr/>
        </p:nvSpPr>
        <p:spPr>
          <a:xfrm>
            <a:off x="4763015" y="162269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A1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56" name="กล่องข้อความ 36"/>
          <p:cNvSpPr txBox="1"/>
          <p:nvPr/>
        </p:nvSpPr>
        <p:spPr>
          <a:xfrm rot="5400000">
            <a:off x="7011766" y="6165741"/>
            <a:ext cx="448846" cy="185310"/>
          </a:xfrm>
          <a:prstGeom prst="rect">
            <a:avLst/>
          </a:prstGeom>
          <a:solidFill>
            <a:srgbClr val="FFC000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th-TH" sz="1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บาร์เครื่องดื่ม</a:t>
            </a:r>
          </a:p>
        </p:txBody>
      </p:sp>
      <p:sp>
        <p:nvSpPr>
          <p:cNvPr id="9" name="Oval 11">
            <a:extLst>
              <a:ext uri="{FF2B5EF4-FFF2-40B4-BE49-F238E27FC236}">
                <a16:creationId xmlns:a16="http://schemas.microsoft.com/office/drawing/2014/main" id="{558AAEEC-DD3B-300F-1C80-1A1337379F04}"/>
              </a:ext>
            </a:extLst>
          </p:cNvPr>
          <p:cNvSpPr/>
          <p:nvPr/>
        </p:nvSpPr>
        <p:spPr>
          <a:xfrm>
            <a:off x="6915650" y="162269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F1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7E99E77C-3861-50F4-C7BE-E6668FDC7F4E}"/>
              </a:ext>
            </a:extLst>
          </p:cNvPr>
          <p:cNvSpPr/>
          <p:nvPr/>
        </p:nvSpPr>
        <p:spPr>
          <a:xfrm>
            <a:off x="6553722" y="162269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E1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5" name="Oval 11">
            <a:extLst>
              <a:ext uri="{FF2B5EF4-FFF2-40B4-BE49-F238E27FC236}">
                <a16:creationId xmlns:a16="http://schemas.microsoft.com/office/drawing/2014/main" id="{BCFE16E2-DE6A-C82C-035E-44A958CD0446}"/>
              </a:ext>
            </a:extLst>
          </p:cNvPr>
          <p:cNvSpPr/>
          <p:nvPr/>
        </p:nvSpPr>
        <p:spPr>
          <a:xfrm>
            <a:off x="6184145" y="162269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D1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8" name="Oval 11">
            <a:extLst>
              <a:ext uri="{FF2B5EF4-FFF2-40B4-BE49-F238E27FC236}">
                <a16:creationId xmlns:a16="http://schemas.microsoft.com/office/drawing/2014/main" id="{9D38C219-BA68-ED96-DB7A-740CBA4DCCC9}"/>
              </a:ext>
            </a:extLst>
          </p:cNvPr>
          <p:cNvSpPr/>
          <p:nvPr/>
        </p:nvSpPr>
        <p:spPr>
          <a:xfrm>
            <a:off x="5505950" y="196178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C2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224" name="Oval 11">
            <a:extLst>
              <a:ext uri="{FF2B5EF4-FFF2-40B4-BE49-F238E27FC236}">
                <a16:creationId xmlns:a16="http://schemas.microsoft.com/office/drawing/2014/main" id="{23DD9E54-6331-BAFA-0265-6F561FD2B0CD}"/>
              </a:ext>
            </a:extLst>
          </p:cNvPr>
          <p:cNvSpPr/>
          <p:nvPr/>
        </p:nvSpPr>
        <p:spPr>
          <a:xfrm>
            <a:off x="5144022" y="196178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B2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226" name="Oval 11">
            <a:extLst>
              <a:ext uri="{FF2B5EF4-FFF2-40B4-BE49-F238E27FC236}">
                <a16:creationId xmlns:a16="http://schemas.microsoft.com/office/drawing/2014/main" id="{6DD7FFEA-DE6B-3008-45A6-5D35513318C3}"/>
              </a:ext>
            </a:extLst>
          </p:cNvPr>
          <p:cNvSpPr/>
          <p:nvPr/>
        </p:nvSpPr>
        <p:spPr>
          <a:xfrm>
            <a:off x="4774445" y="196178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A2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228" name="Oval 11">
            <a:extLst>
              <a:ext uri="{FF2B5EF4-FFF2-40B4-BE49-F238E27FC236}">
                <a16:creationId xmlns:a16="http://schemas.microsoft.com/office/drawing/2014/main" id="{42A33F98-AC5B-E076-7165-6E304704E690}"/>
              </a:ext>
            </a:extLst>
          </p:cNvPr>
          <p:cNvSpPr/>
          <p:nvPr/>
        </p:nvSpPr>
        <p:spPr>
          <a:xfrm>
            <a:off x="5505950" y="227420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C3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230" name="Oval 11">
            <a:extLst>
              <a:ext uri="{FF2B5EF4-FFF2-40B4-BE49-F238E27FC236}">
                <a16:creationId xmlns:a16="http://schemas.microsoft.com/office/drawing/2014/main" id="{5651A4FA-4429-A478-D9E7-153FFDDA6211}"/>
              </a:ext>
            </a:extLst>
          </p:cNvPr>
          <p:cNvSpPr/>
          <p:nvPr/>
        </p:nvSpPr>
        <p:spPr>
          <a:xfrm>
            <a:off x="5144022" y="227420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B3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232" name="Oval 11">
            <a:extLst>
              <a:ext uri="{FF2B5EF4-FFF2-40B4-BE49-F238E27FC236}">
                <a16:creationId xmlns:a16="http://schemas.microsoft.com/office/drawing/2014/main" id="{B7F7CB2F-52EB-9FE5-38A8-8345BB093044}"/>
              </a:ext>
            </a:extLst>
          </p:cNvPr>
          <p:cNvSpPr/>
          <p:nvPr/>
        </p:nvSpPr>
        <p:spPr>
          <a:xfrm>
            <a:off x="4774445" y="227420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A3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234" name="Oval 11">
            <a:extLst>
              <a:ext uri="{FF2B5EF4-FFF2-40B4-BE49-F238E27FC236}">
                <a16:creationId xmlns:a16="http://schemas.microsoft.com/office/drawing/2014/main" id="{D07A347B-A88C-A076-B68F-65B7A839DCFD}"/>
              </a:ext>
            </a:extLst>
          </p:cNvPr>
          <p:cNvSpPr/>
          <p:nvPr/>
        </p:nvSpPr>
        <p:spPr>
          <a:xfrm>
            <a:off x="6915080" y="1952507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F2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236" name="Oval 11">
            <a:extLst>
              <a:ext uri="{FF2B5EF4-FFF2-40B4-BE49-F238E27FC236}">
                <a16:creationId xmlns:a16="http://schemas.microsoft.com/office/drawing/2014/main" id="{5FAF5546-C2FD-DD6B-C401-544C1A595984}"/>
              </a:ext>
            </a:extLst>
          </p:cNvPr>
          <p:cNvSpPr/>
          <p:nvPr/>
        </p:nvSpPr>
        <p:spPr>
          <a:xfrm>
            <a:off x="6553152" y="1952507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E2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238" name="Oval 11">
            <a:extLst>
              <a:ext uri="{FF2B5EF4-FFF2-40B4-BE49-F238E27FC236}">
                <a16:creationId xmlns:a16="http://schemas.microsoft.com/office/drawing/2014/main" id="{B3FD2929-B6D7-AB22-6391-857DCBCB4C7B}"/>
              </a:ext>
            </a:extLst>
          </p:cNvPr>
          <p:cNvSpPr/>
          <p:nvPr/>
        </p:nvSpPr>
        <p:spPr>
          <a:xfrm>
            <a:off x="6183575" y="1952507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D2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240" name="Oval 11">
            <a:extLst>
              <a:ext uri="{FF2B5EF4-FFF2-40B4-BE49-F238E27FC236}">
                <a16:creationId xmlns:a16="http://schemas.microsoft.com/office/drawing/2014/main" id="{F82B09FB-751A-B0AB-381A-317B4CF4BFC9}"/>
              </a:ext>
            </a:extLst>
          </p:cNvPr>
          <p:cNvSpPr/>
          <p:nvPr/>
        </p:nvSpPr>
        <p:spPr>
          <a:xfrm>
            <a:off x="6905497" y="2266544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F3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242" name="Oval 11">
            <a:extLst>
              <a:ext uri="{FF2B5EF4-FFF2-40B4-BE49-F238E27FC236}">
                <a16:creationId xmlns:a16="http://schemas.microsoft.com/office/drawing/2014/main" id="{3B88CB0D-C1A2-93C1-7222-0B7CAF46AAFA}"/>
              </a:ext>
            </a:extLst>
          </p:cNvPr>
          <p:cNvSpPr/>
          <p:nvPr/>
        </p:nvSpPr>
        <p:spPr>
          <a:xfrm>
            <a:off x="6543569" y="2266544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E3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58" name="Oval 11">
            <a:extLst>
              <a:ext uri="{FF2B5EF4-FFF2-40B4-BE49-F238E27FC236}">
                <a16:creationId xmlns:a16="http://schemas.microsoft.com/office/drawing/2014/main" id="{232CE883-2F2F-BB6B-8010-049F0EF2014A}"/>
              </a:ext>
            </a:extLst>
          </p:cNvPr>
          <p:cNvSpPr/>
          <p:nvPr/>
        </p:nvSpPr>
        <p:spPr>
          <a:xfrm>
            <a:off x="6173992" y="2266544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D3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60" name="Oval 11">
            <a:extLst>
              <a:ext uri="{FF2B5EF4-FFF2-40B4-BE49-F238E27FC236}">
                <a16:creationId xmlns:a16="http://schemas.microsoft.com/office/drawing/2014/main" id="{C991FCA7-4CBB-50F5-7173-54553D37C0C7}"/>
              </a:ext>
            </a:extLst>
          </p:cNvPr>
          <p:cNvSpPr/>
          <p:nvPr/>
        </p:nvSpPr>
        <p:spPr>
          <a:xfrm>
            <a:off x="5493704" y="2622000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C4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62" name="Oval 11">
            <a:extLst>
              <a:ext uri="{FF2B5EF4-FFF2-40B4-BE49-F238E27FC236}">
                <a16:creationId xmlns:a16="http://schemas.microsoft.com/office/drawing/2014/main" id="{BB7CA485-B9B2-9CA7-44BF-9FD1F36D3645}"/>
              </a:ext>
            </a:extLst>
          </p:cNvPr>
          <p:cNvSpPr/>
          <p:nvPr/>
        </p:nvSpPr>
        <p:spPr>
          <a:xfrm>
            <a:off x="5131776" y="2622000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B4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279" name="Oval 11">
            <a:extLst>
              <a:ext uri="{FF2B5EF4-FFF2-40B4-BE49-F238E27FC236}">
                <a16:creationId xmlns:a16="http://schemas.microsoft.com/office/drawing/2014/main" id="{580DCEDE-4E02-4984-9D13-E1A97BBAADEB}"/>
              </a:ext>
            </a:extLst>
          </p:cNvPr>
          <p:cNvSpPr/>
          <p:nvPr/>
        </p:nvSpPr>
        <p:spPr>
          <a:xfrm>
            <a:off x="4762199" y="2622000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A4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281" name="Oval 11">
            <a:extLst>
              <a:ext uri="{FF2B5EF4-FFF2-40B4-BE49-F238E27FC236}">
                <a16:creationId xmlns:a16="http://schemas.microsoft.com/office/drawing/2014/main" id="{7217F07A-0C65-84A6-6587-ED3DD7DEC58A}"/>
              </a:ext>
            </a:extLst>
          </p:cNvPr>
          <p:cNvSpPr/>
          <p:nvPr/>
        </p:nvSpPr>
        <p:spPr>
          <a:xfrm>
            <a:off x="6914834" y="2622000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F4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283" name="Oval 11">
            <a:extLst>
              <a:ext uri="{FF2B5EF4-FFF2-40B4-BE49-F238E27FC236}">
                <a16:creationId xmlns:a16="http://schemas.microsoft.com/office/drawing/2014/main" id="{F1BB7242-DE6F-5719-E0FB-23E6B8C770F0}"/>
              </a:ext>
            </a:extLst>
          </p:cNvPr>
          <p:cNvSpPr/>
          <p:nvPr/>
        </p:nvSpPr>
        <p:spPr>
          <a:xfrm>
            <a:off x="6552906" y="2622000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E4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65" name="Oval 11">
            <a:extLst>
              <a:ext uri="{FF2B5EF4-FFF2-40B4-BE49-F238E27FC236}">
                <a16:creationId xmlns:a16="http://schemas.microsoft.com/office/drawing/2014/main" id="{58A93BF5-31D1-AC00-FD06-FAFEB86B4C37}"/>
              </a:ext>
            </a:extLst>
          </p:cNvPr>
          <p:cNvSpPr/>
          <p:nvPr/>
        </p:nvSpPr>
        <p:spPr>
          <a:xfrm>
            <a:off x="6183329" y="2622000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D4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67" name="Oval 11">
            <a:extLst>
              <a:ext uri="{FF2B5EF4-FFF2-40B4-BE49-F238E27FC236}">
                <a16:creationId xmlns:a16="http://schemas.microsoft.com/office/drawing/2014/main" id="{22DC22EE-740A-4A30-D083-588394F879A1}"/>
              </a:ext>
            </a:extLst>
          </p:cNvPr>
          <p:cNvSpPr/>
          <p:nvPr/>
        </p:nvSpPr>
        <p:spPr>
          <a:xfrm>
            <a:off x="5505134" y="2961090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C5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69" name="Oval 11">
            <a:extLst>
              <a:ext uri="{FF2B5EF4-FFF2-40B4-BE49-F238E27FC236}">
                <a16:creationId xmlns:a16="http://schemas.microsoft.com/office/drawing/2014/main" id="{6BC7CAAD-4325-8D8C-DC97-AC46541D1062}"/>
              </a:ext>
            </a:extLst>
          </p:cNvPr>
          <p:cNvSpPr/>
          <p:nvPr/>
        </p:nvSpPr>
        <p:spPr>
          <a:xfrm>
            <a:off x="5143206" y="2961090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B5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71" name="Oval 11">
            <a:extLst>
              <a:ext uri="{FF2B5EF4-FFF2-40B4-BE49-F238E27FC236}">
                <a16:creationId xmlns:a16="http://schemas.microsoft.com/office/drawing/2014/main" id="{0E11B9F8-D1C3-8EE6-C0F4-C510FFEB01F1}"/>
              </a:ext>
            </a:extLst>
          </p:cNvPr>
          <p:cNvSpPr/>
          <p:nvPr/>
        </p:nvSpPr>
        <p:spPr>
          <a:xfrm>
            <a:off x="4773629" y="2961090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A5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73" name="Oval 11">
            <a:extLst>
              <a:ext uri="{FF2B5EF4-FFF2-40B4-BE49-F238E27FC236}">
                <a16:creationId xmlns:a16="http://schemas.microsoft.com/office/drawing/2014/main" id="{96E61218-7148-803F-B2CC-2082153DE294}"/>
              </a:ext>
            </a:extLst>
          </p:cNvPr>
          <p:cNvSpPr/>
          <p:nvPr/>
        </p:nvSpPr>
        <p:spPr>
          <a:xfrm>
            <a:off x="5505134" y="3273510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C6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75" name="Oval 11">
            <a:extLst>
              <a:ext uri="{FF2B5EF4-FFF2-40B4-BE49-F238E27FC236}">
                <a16:creationId xmlns:a16="http://schemas.microsoft.com/office/drawing/2014/main" id="{7AFEFDCF-6751-BF60-FDDF-534BA7EB1F87}"/>
              </a:ext>
            </a:extLst>
          </p:cNvPr>
          <p:cNvSpPr/>
          <p:nvPr/>
        </p:nvSpPr>
        <p:spPr>
          <a:xfrm>
            <a:off x="5143206" y="3273510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B6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77" name="Oval 11">
            <a:extLst>
              <a:ext uri="{FF2B5EF4-FFF2-40B4-BE49-F238E27FC236}">
                <a16:creationId xmlns:a16="http://schemas.microsoft.com/office/drawing/2014/main" id="{3CD1CCC4-9984-BF61-D213-ECD697629EA4}"/>
              </a:ext>
            </a:extLst>
          </p:cNvPr>
          <p:cNvSpPr/>
          <p:nvPr/>
        </p:nvSpPr>
        <p:spPr>
          <a:xfrm>
            <a:off x="4773629" y="3273510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A6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79" name="Oval 11">
            <a:extLst>
              <a:ext uri="{FF2B5EF4-FFF2-40B4-BE49-F238E27FC236}">
                <a16:creationId xmlns:a16="http://schemas.microsoft.com/office/drawing/2014/main" id="{5C6EDC76-F2C2-D2CE-7F82-8B0FA3AF08D8}"/>
              </a:ext>
            </a:extLst>
          </p:cNvPr>
          <p:cNvSpPr/>
          <p:nvPr/>
        </p:nvSpPr>
        <p:spPr>
          <a:xfrm>
            <a:off x="6914264" y="2951816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F5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81" name="Oval 11">
            <a:extLst>
              <a:ext uri="{FF2B5EF4-FFF2-40B4-BE49-F238E27FC236}">
                <a16:creationId xmlns:a16="http://schemas.microsoft.com/office/drawing/2014/main" id="{E7EA7F61-EAC0-23C6-A6ED-23A8702D6CAD}"/>
              </a:ext>
            </a:extLst>
          </p:cNvPr>
          <p:cNvSpPr/>
          <p:nvPr/>
        </p:nvSpPr>
        <p:spPr>
          <a:xfrm>
            <a:off x="6552336" y="2951816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E5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85" name="Oval 11">
            <a:extLst>
              <a:ext uri="{FF2B5EF4-FFF2-40B4-BE49-F238E27FC236}">
                <a16:creationId xmlns:a16="http://schemas.microsoft.com/office/drawing/2014/main" id="{22E840A6-9AC8-8763-4B7A-10F50AB25A0F}"/>
              </a:ext>
            </a:extLst>
          </p:cNvPr>
          <p:cNvSpPr/>
          <p:nvPr/>
        </p:nvSpPr>
        <p:spPr>
          <a:xfrm>
            <a:off x="6182759" y="2951816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D5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87" name="Oval 11">
            <a:extLst>
              <a:ext uri="{FF2B5EF4-FFF2-40B4-BE49-F238E27FC236}">
                <a16:creationId xmlns:a16="http://schemas.microsoft.com/office/drawing/2014/main" id="{33BB3B0D-47EF-E282-15A7-A64531599349}"/>
              </a:ext>
            </a:extLst>
          </p:cNvPr>
          <p:cNvSpPr/>
          <p:nvPr/>
        </p:nvSpPr>
        <p:spPr>
          <a:xfrm>
            <a:off x="6904681" y="3265853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F6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89" name="Oval 11">
            <a:extLst>
              <a:ext uri="{FF2B5EF4-FFF2-40B4-BE49-F238E27FC236}">
                <a16:creationId xmlns:a16="http://schemas.microsoft.com/office/drawing/2014/main" id="{E712E44D-266B-BA5B-48C6-16A74A80CB4B}"/>
              </a:ext>
            </a:extLst>
          </p:cNvPr>
          <p:cNvSpPr/>
          <p:nvPr/>
        </p:nvSpPr>
        <p:spPr>
          <a:xfrm>
            <a:off x="6542753" y="3265853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E6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91" name="Oval 11">
            <a:extLst>
              <a:ext uri="{FF2B5EF4-FFF2-40B4-BE49-F238E27FC236}">
                <a16:creationId xmlns:a16="http://schemas.microsoft.com/office/drawing/2014/main" id="{77A7BD37-4144-7745-F57F-6245AED9CB82}"/>
              </a:ext>
            </a:extLst>
          </p:cNvPr>
          <p:cNvSpPr/>
          <p:nvPr/>
        </p:nvSpPr>
        <p:spPr>
          <a:xfrm>
            <a:off x="6173176" y="3265853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D6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93" name="Oval 11">
            <a:extLst>
              <a:ext uri="{FF2B5EF4-FFF2-40B4-BE49-F238E27FC236}">
                <a16:creationId xmlns:a16="http://schemas.microsoft.com/office/drawing/2014/main" id="{A8AB0361-DA58-689D-A389-62F85C125490}"/>
              </a:ext>
            </a:extLst>
          </p:cNvPr>
          <p:cNvSpPr/>
          <p:nvPr/>
        </p:nvSpPr>
        <p:spPr>
          <a:xfrm>
            <a:off x="5509470" y="362482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C7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95" name="Oval 11">
            <a:extLst>
              <a:ext uri="{FF2B5EF4-FFF2-40B4-BE49-F238E27FC236}">
                <a16:creationId xmlns:a16="http://schemas.microsoft.com/office/drawing/2014/main" id="{FF5F98B6-9A1D-1C69-DF00-1E6227851D58}"/>
              </a:ext>
            </a:extLst>
          </p:cNvPr>
          <p:cNvSpPr/>
          <p:nvPr/>
        </p:nvSpPr>
        <p:spPr>
          <a:xfrm>
            <a:off x="5147542" y="362482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B7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97" name="Oval 11">
            <a:extLst>
              <a:ext uri="{FF2B5EF4-FFF2-40B4-BE49-F238E27FC236}">
                <a16:creationId xmlns:a16="http://schemas.microsoft.com/office/drawing/2014/main" id="{531FA1C3-7034-0DBB-8797-A2BD7EE03292}"/>
              </a:ext>
            </a:extLst>
          </p:cNvPr>
          <p:cNvSpPr/>
          <p:nvPr/>
        </p:nvSpPr>
        <p:spPr>
          <a:xfrm>
            <a:off x="4777965" y="362482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A7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99" name="Oval 11">
            <a:extLst>
              <a:ext uri="{FF2B5EF4-FFF2-40B4-BE49-F238E27FC236}">
                <a16:creationId xmlns:a16="http://schemas.microsoft.com/office/drawing/2014/main" id="{53A1F699-6905-EED3-6CBF-247E0CD5A4D8}"/>
              </a:ext>
            </a:extLst>
          </p:cNvPr>
          <p:cNvSpPr/>
          <p:nvPr/>
        </p:nvSpPr>
        <p:spPr>
          <a:xfrm>
            <a:off x="5509470" y="393724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C8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01" name="Oval 11">
            <a:extLst>
              <a:ext uri="{FF2B5EF4-FFF2-40B4-BE49-F238E27FC236}">
                <a16:creationId xmlns:a16="http://schemas.microsoft.com/office/drawing/2014/main" id="{FDA8BAAB-09C5-5542-47E0-A91F078772D6}"/>
              </a:ext>
            </a:extLst>
          </p:cNvPr>
          <p:cNvSpPr/>
          <p:nvPr/>
        </p:nvSpPr>
        <p:spPr>
          <a:xfrm>
            <a:off x="5147542" y="393724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B8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04" name="Oval 11">
            <a:extLst>
              <a:ext uri="{FF2B5EF4-FFF2-40B4-BE49-F238E27FC236}">
                <a16:creationId xmlns:a16="http://schemas.microsoft.com/office/drawing/2014/main" id="{4FD3D1F1-45E2-5BA8-A687-3B73BE97009B}"/>
              </a:ext>
            </a:extLst>
          </p:cNvPr>
          <p:cNvSpPr/>
          <p:nvPr/>
        </p:nvSpPr>
        <p:spPr>
          <a:xfrm>
            <a:off x="4777965" y="3937241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A8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06" name="Oval 11">
            <a:extLst>
              <a:ext uri="{FF2B5EF4-FFF2-40B4-BE49-F238E27FC236}">
                <a16:creationId xmlns:a16="http://schemas.microsoft.com/office/drawing/2014/main" id="{47806905-89D7-8C91-79AA-3AEEB94898FF}"/>
              </a:ext>
            </a:extLst>
          </p:cNvPr>
          <p:cNvSpPr/>
          <p:nvPr/>
        </p:nvSpPr>
        <p:spPr>
          <a:xfrm>
            <a:off x="6918600" y="3615547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F7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08" name="Oval 11">
            <a:extLst>
              <a:ext uri="{FF2B5EF4-FFF2-40B4-BE49-F238E27FC236}">
                <a16:creationId xmlns:a16="http://schemas.microsoft.com/office/drawing/2014/main" id="{67B1DCB6-79D8-DEBF-52A6-6DAFEFE4389C}"/>
              </a:ext>
            </a:extLst>
          </p:cNvPr>
          <p:cNvSpPr/>
          <p:nvPr/>
        </p:nvSpPr>
        <p:spPr>
          <a:xfrm>
            <a:off x="6556672" y="3615547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E7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10" name="Oval 11">
            <a:extLst>
              <a:ext uri="{FF2B5EF4-FFF2-40B4-BE49-F238E27FC236}">
                <a16:creationId xmlns:a16="http://schemas.microsoft.com/office/drawing/2014/main" id="{91AF787B-13ED-57D5-D190-6B3486C0A80A}"/>
              </a:ext>
            </a:extLst>
          </p:cNvPr>
          <p:cNvSpPr/>
          <p:nvPr/>
        </p:nvSpPr>
        <p:spPr>
          <a:xfrm>
            <a:off x="6187095" y="3615547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D7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12" name="Oval 11">
            <a:extLst>
              <a:ext uri="{FF2B5EF4-FFF2-40B4-BE49-F238E27FC236}">
                <a16:creationId xmlns:a16="http://schemas.microsoft.com/office/drawing/2014/main" id="{7CAB7261-F40C-F329-DE75-2EFE0D65B97D}"/>
              </a:ext>
            </a:extLst>
          </p:cNvPr>
          <p:cNvSpPr/>
          <p:nvPr/>
        </p:nvSpPr>
        <p:spPr>
          <a:xfrm>
            <a:off x="6909017" y="3929584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F8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14" name="Oval 11">
            <a:extLst>
              <a:ext uri="{FF2B5EF4-FFF2-40B4-BE49-F238E27FC236}">
                <a16:creationId xmlns:a16="http://schemas.microsoft.com/office/drawing/2014/main" id="{27FE2540-2E95-B23C-F66B-708A72DC3F9A}"/>
              </a:ext>
            </a:extLst>
          </p:cNvPr>
          <p:cNvSpPr/>
          <p:nvPr/>
        </p:nvSpPr>
        <p:spPr>
          <a:xfrm>
            <a:off x="6547089" y="3929584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E8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16" name="Oval 11">
            <a:extLst>
              <a:ext uri="{FF2B5EF4-FFF2-40B4-BE49-F238E27FC236}">
                <a16:creationId xmlns:a16="http://schemas.microsoft.com/office/drawing/2014/main" id="{FC26328F-5221-4420-7F1D-578B0D5C16BB}"/>
              </a:ext>
            </a:extLst>
          </p:cNvPr>
          <p:cNvSpPr/>
          <p:nvPr/>
        </p:nvSpPr>
        <p:spPr>
          <a:xfrm>
            <a:off x="6177512" y="3929584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D8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18" name="Oval 11">
            <a:extLst>
              <a:ext uri="{FF2B5EF4-FFF2-40B4-BE49-F238E27FC236}">
                <a16:creationId xmlns:a16="http://schemas.microsoft.com/office/drawing/2014/main" id="{F817336C-C459-9A5F-C398-1DF425B8865C}"/>
              </a:ext>
            </a:extLst>
          </p:cNvPr>
          <p:cNvSpPr/>
          <p:nvPr/>
        </p:nvSpPr>
        <p:spPr>
          <a:xfrm>
            <a:off x="5501632" y="4299342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C9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20" name="Oval 11">
            <a:extLst>
              <a:ext uri="{FF2B5EF4-FFF2-40B4-BE49-F238E27FC236}">
                <a16:creationId xmlns:a16="http://schemas.microsoft.com/office/drawing/2014/main" id="{298ED2D3-6ED4-0B21-0EBD-EEC4F2192D18}"/>
              </a:ext>
            </a:extLst>
          </p:cNvPr>
          <p:cNvSpPr/>
          <p:nvPr/>
        </p:nvSpPr>
        <p:spPr>
          <a:xfrm>
            <a:off x="5139704" y="4299342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B9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22" name="Oval 11">
            <a:extLst>
              <a:ext uri="{FF2B5EF4-FFF2-40B4-BE49-F238E27FC236}">
                <a16:creationId xmlns:a16="http://schemas.microsoft.com/office/drawing/2014/main" id="{7A950019-A3E6-F2F0-1716-3D265CBDD46B}"/>
              </a:ext>
            </a:extLst>
          </p:cNvPr>
          <p:cNvSpPr/>
          <p:nvPr/>
        </p:nvSpPr>
        <p:spPr>
          <a:xfrm>
            <a:off x="4770127" y="4299342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A9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24" name="Oval 11">
            <a:extLst>
              <a:ext uri="{FF2B5EF4-FFF2-40B4-BE49-F238E27FC236}">
                <a16:creationId xmlns:a16="http://schemas.microsoft.com/office/drawing/2014/main" id="{59C36A60-169D-BE31-8727-1180B304D179}"/>
              </a:ext>
            </a:extLst>
          </p:cNvPr>
          <p:cNvSpPr/>
          <p:nvPr/>
        </p:nvSpPr>
        <p:spPr>
          <a:xfrm>
            <a:off x="5501632" y="4611762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C10</a:t>
            </a:r>
            <a:endParaRPr lang="th-TH" altLang="en-US" sz="6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26" name="Oval 11">
            <a:extLst>
              <a:ext uri="{FF2B5EF4-FFF2-40B4-BE49-F238E27FC236}">
                <a16:creationId xmlns:a16="http://schemas.microsoft.com/office/drawing/2014/main" id="{B98DC3D2-75F1-B5F4-05AD-9E476F5F521A}"/>
              </a:ext>
            </a:extLst>
          </p:cNvPr>
          <p:cNvSpPr/>
          <p:nvPr/>
        </p:nvSpPr>
        <p:spPr>
          <a:xfrm>
            <a:off x="5139704" y="4611762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B10</a:t>
            </a:r>
            <a:endParaRPr lang="th-TH" altLang="en-US" sz="5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28" name="Oval 11">
            <a:extLst>
              <a:ext uri="{FF2B5EF4-FFF2-40B4-BE49-F238E27FC236}">
                <a16:creationId xmlns:a16="http://schemas.microsoft.com/office/drawing/2014/main" id="{A5CF95BF-7D71-ADA3-CCAF-A2C8AB4C3746}"/>
              </a:ext>
            </a:extLst>
          </p:cNvPr>
          <p:cNvSpPr/>
          <p:nvPr/>
        </p:nvSpPr>
        <p:spPr>
          <a:xfrm>
            <a:off x="4770127" y="4611762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A10</a:t>
            </a:r>
            <a:endParaRPr lang="th-TH" altLang="en-US" sz="5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32" name="Oval 11">
            <a:extLst>
              <a:ext uri="{FF2B5EF4-FFF2-40B4-BE49-F238E27FC236}">
                <a16:creationId xmlns:a16="http://schemas.microsoft.com/office/drawing/2014/main" id="{27FD2C90-BDD1-1DBD-76F1-C042A5738AE4}"/>
              </a:ext>
            </a:extLst>
          </p:cNvPr>
          <p:cNvSpPr/>
          <p:nvPr/>
        </p:nvSpPr>
        <p:spPr>
          <a:xfrm>
            <a:off x="6910762" y="4290068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F19</a:t>
            </a:r>
            <a:endParaRPr lang="th-TH" altLang="en-US" sz="8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34" name="Oval 11">
            <a:extLst>
              <a:ext uri="{FF2B5EF4-FFF2-40B4-BE49-F238E27FC236}">
                <a16:creationId xmlns:a16="http://schemas.microsoft.com/office/drawing/2014/main" id="{24A721BF-3D36-41D8-4F64-B10BD94FDC11}"/>
              </a:ext>
            </a:extLst>
          </p:cNvPr>
          <p:cNvSpPr/>
          <p:nvPr/>
        </p:nvSpPr>
        <p:spPr>
          <a:xfrm>
            <a:off x="6548834" y="4290068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E9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36" name="Oval 11">
            <a:extLst>
              <a:ext uri="{FF2B5EF4-FFF2-40B4-BE49-F238E27FC236}">
                <a16:creationId xmlns:a16="http://schemas.microsoft.com/office/drawing/2014/main" id="{5DB81629-4509-5AC8-90DB-716A98FE4B1B}"/>
              </a:ext>
            </a:extLst>
          </p:cNvPr>
          <p:cNvSpPr/>
          <p:nvPr/>
        </p:nvSpPr>
        <p:spPr>
          <a:xfrm>
            <a:off x="6179257" y="4290068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7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D9</a:t>
            </a:r>
            <a:endParaRPr lang="th-TH" altLang="en-US" sz="7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38" name="Oval 11">
            <a:extLst>
              <a:ext uri="{FF2B5EF4-FFF2-40B4-BE49-F238E27FC236}">
                <a16:creationId xmlns:a16="http://schemas.microsoft.com/office/drawing/2014/main" id="{E2CD5861-0110-AA1B-6988-6A17050B767F}"/>
              </a:ext>
            </a:extLst>
          </p:cNvPr>
          <p:cNvSpPr/>
          <p:nvPr/>
        </p:nvSpPr>
        <p:spPr>
          <a:xfrm>
            <a:off x="6901179" y="4604105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F10</a:t>
            </a:r>
            <a:endParaRPr lang="th-TH" altLang="en-US" sz="6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40" name="Oval 11">
            <a:extLst>
              <a:ext uri="{FF2B5EF4-FFF2-40B4-BE49-F238E27FC236}">
                <a16:creationId xmlns:a16="http://schemas.microsoft.com/office/drawing/2014/main" id="{6E11B310-ACA2-D3D3-58C4-5CAB578B4670}"/>
              </a:ext>
            </a:extLst>
          </p:cNvPr>
          <p:cNvSpPr/>
          <p:nvPr/>
        </p:nvSpPr>
        <p:spPr>
          <a:xfrm>
            <a:off x="6539251" y="4604105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E10</a:t>
            </a:r>
            <a:endParaRPr lang="th-TH" altLang="en-US" sz="5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43" name="Oval 11">
            <a:extLst>
              <a:ext uri="{FF2B5EF4-FFF2-40B4-BE49-F238E27FC236}">
                <a16:creationId xmlns:a16="http://schemas.microsoft.com/office/drawing/2014/main" id="{36CD28F2-6FBC-30D4-F140-1277E523D9FF}"/>
              </a:ext>
            </a:extLst>
          </p:cNvPr>
          <p:cNvSpPr/>
          <p:nvPr/>
        </p:nvSpPr>
        <p:spPr>
          <a:xfrm>
            <a:off x="6169674" y="4604105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D10</a:t>
            </a:r>
            <a:endParaRPr lang="th-TH" altLang="en-US" sz="5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45" name="Oval 11">
            <a:extLst>
              <a:ext uri="{FF2B5EF4-FFF2-40B4-BE49-F238E27FC236}">
                <a16:creationId xmlns:a16="http://schemas.microsoft.com/office/drawing/2014/main" id="{2297D99D-6319-04C8-C913-A253027AA12D}"/>
              </a:ext>
            </a:extLst>
          </p:cNvPr>
          <p:cNvSpPr/>
          <p:nvPr/>
        </p:nvSpPr>
        <p:spPr>
          <a:xfrm>
            <a:off x="5505968" y="4963073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C11</a:t>
            </a:r>
            <a:endParaRPr lang="th-TH" altLang="en-US" sz="6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47" name="Oval 11">
            <a:extLst>
              <a:ext uri="{FF2B5EF4-FFF2-40B4-BE49-F238E27FC236}">
                <a16:creationId xmlns:a16="http://schemas.microsoft.com/office/drawing/2014/main" id="{D6A767AA-39BD-B4E2-D748-59929A74CA13}"/>
              </a:ext>
            </a:extLst>
          </p:cNvPr>
          <p:cNvSpPr/>
          <p:nvPr/>
        </p:nvSpPr>
        <p:spPr>
          <a:xfrm>
            <a:off x="5144040" y="4963073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B11</a:t>
            </a:r>
            <a:endParaRPr lang="th-TH" altLang="en-US" sz="5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49" name="Oval 11">
            <a:extLst>
              <a:ext uri="{FF2B5EF4-FFF2-40B4-BE49-F238E27FC236}">
                <a16:creationId xmlns:a16="http://schemas.microsoft.com/office/drawing/2014/main" id="{1FBA8250-7096-DA41-61D4-FFEE7CF8DFBA}"/>
              </a:ext>
            </a:extLst>
          </p:cNvPr>
          <p:cNvSpPr/>
          <p:nvPr/>
        </p:nvSpPr>
        <p:spPr>
          <a:xfrm>
            <a:off x="4774463" y="4963073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A11</a:t>
            </a:r>
            <a:endParaRPr lang="th-TH" altLang="en-US" sz="5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52" name="Oval 11">
            <a:extLst>
              <a:ext uri="{FF2B5EF4-FFF2-40B4-BE49-F238E27FC236}">
                <a16:creationId xmlns:a16="http://schemas.microsoft.com/office/drawing/2014/main" id="{7F0173E2-E3A3-750A-3A0A-2C35C15A375E}"/>
              </a:ext>
            </a:extLst>
          </p:cNvPr>
          <p:cNvSpPr/>
          <p:nvPr/>
        </p:nvSpPr>
        <p:spPr>
          <a:xfrm>
            <a:off x="5505968" y="5275493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C12</a:t>
            </a:r>
            <a:endParaRPr lang="th-TH" altLang="en-US" sz="6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54" name="Oval 11">
            <a:extLst>
              <a:ext uri="{FF2B5EF4-FFF2-40B4-BE49-F238E27FC236}">
                <a16:creationId xmlns:a16="http://schemas.microsoft.com/office/drawing/2014/main" id="{2B379538-D026-6292-8087-9A396FE625D2}"/>
              </a:ext>
            </a:extLst>
          </p:cNvPr>
          <p:cNvSpPr/>
          <p:nvPr/>
        </p:nvSpPr>
        <p:spPr>
          <a:xfrm>
            <a:off x="5144040" y="5275493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B12</a:t>
            </a:r>
            <a:endParaRPr lang="th-TH" altLang="en-US" sz="5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59" name="Oval 11">
            <a:extLst>
              <a:ext uri="{FF2B5EF4-FFF2-40B4-BE49-F238E27FC236}">
                <a16:creationId xmlns:a16="http://schemas.microsoft.com/office/drawing/2014/main" id="{8F205959-0D32-2062-B7D5-5027B2E65265}"/>
              </a:ext>
            </a:extLst>
          </p:cNvPr>
          <p:cNvSpPr/>
          <p:nvPr/>
        </p:nvSpPr>
        <p:spPr>
          <a:xfrm>
            <a:off x="4774463" y="5275493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A12</a:t>
            </a:r>
            <a:endParaRPr lang="th-TH" altLang="en-US" sz="5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63" name="Oval 11">
            <a:extLst>
              <a:ext uri="{FF2B5EF4-FFF2-40B4-BE49-F238E27FC236}">
                <a16:creationId xmlns:a16="http://schemas.microsoft.com/office/drawing/2014/main" id="{943FE3C1-E15F-A51E-3C3F-18AEABDEBE45}"/>
              </a:ext>
            </a:extLst>
          </p:cNvPr>
          <p:cNvSpPr/>
          <p:nvPr/>
        </p:nvSpPr>
        <p:spPr>
          <a:xfrm>
            <a:off x="6915098" y="4953799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F11</a:t>
            </a:r>
            <a:endParaRPr lang="th-TH" altLang="en-US" sz="6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65" name="Oval 11">
            <a:extLst>
              <a:ext uri="{FF2B5EF4-FFF2-40B4-BE49-F238E27FC236}">
                <a16:creationId xmlns:a16="http://schemas.microsoft.com/office/drawing/2014/main" id="{EBACD19B-D1ED-77D7-C76D-7F0915029143}"/>
              </a:ext>
            </a:extLst>
          </p:cNvPr>
          <p:cNvSpPr/>
          <p:nvPr/>
        </p:nvSpPr>
        <p:spPr>
          <a:xfrm>
            <a:off x="6553170" y="4953799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E11</a:t>
            </a:r>
            <a:endParaRPr lang="th-TH" altLang="en-US" sz="5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67" name="Oval 11">
            <a:extLst>
              <a:ext uri="{FF2B5EF4-FFF2-40B4-BE49-F238E27FC236}">
                <a16:creationId xmlns:a16="http://schemas.microsoft.com/office/drawing/2014/main" id="{88276BC1-A127-05AA-35E6-85A3CF8AA307}"/>
              </a:ext>
            </a:extLst>
          </p:cNvPr>
          <p:cNvSpPr/>
          <p:nvPr/>
        </p:nvSpPr>
        <p:spPr>
          <a:xfrm>
            <a:off x="6183593" y="4953799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D11</a:t>
            </a:r>
            <a:endParaRPr lang="th-TH" altLang="en-US" sz="5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69" name="Oval 11">
            <a:extLst>
              <a:ext uri="{FF2B5EF4-FFF2-40B4-BE49-F238E27FC236}">
                <a16:creationId xmlns:a16="http://schemas.microsoft.com/office/drawing/2014/main" id="{6AAF3DF3-1810-A255-FCEF-95800A9D1147}"/>
              </a:ext>
            </a:extLst>
          </p:cNvPr>
          <p:cNvSpPr/>
          <p:nvPr/>
        </p:nvSpPr>
        <p:spPr>
          <a:xfrm>
            <a:off x="6905515" y="5267836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F12</a:t>
            </a:r>
            <a:endParaRPr lang="th-TH" altLang="en-US" sz="6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71" name="Oval 11">
            <a:extLst>
              <a:ext uri="{FF2B5EF4-FFF2-40B4-BE49-F238E27FC236}">
                <a16:creationId xmlns:a16="http://schemas.microsoft.com/office/drawing/2014/main" id="{E29ADAA3-B5C7-CF20-A1E9-DDA41580C57E}"/>
              </a:ext>
            </a:extLst>
          </p:cNvPr>
          <p:cNvSpPr/>
          <p:nvPr/>
        </p:nvSpPr>
        <p:spPr>
          <a:xfrm>
            <a:off x="6543587" y="5267836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00000"/>
              </a:lnSpc>
            </a:pPr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E12</a:t>
            </a:r>
            <a:endParaRPr lang="th-TH" altLang="en-US" sz="5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  <p:sp>
        <p:nvSpPr>
          <p:cNvPr id="173" name="Oval 11">
            <a:extLst>
              <a:ext uri="{FF2B5EF4-FFF2-40B4-BE49-F238E27FC236}">
                <a16:creationId xmlns:a16="http://schemas.microsoft.com/office/drawing/2014/main" id="{5FC32249-FD17-B672-4F59-BA71BE13F4C8}"/>
              </a:ext>
            </a:extLst>
          </p:cNvPr>
          <p:cNvSpPr/>
          <p:nvPr/>
        </p:nvSpPr>
        <p:spPr>
          <a:xfrm>
            <a:off x="6174010" y="5267836"/>
            <a:ext cx="275357" cy="2767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500" b="1" dirty="0">
                <a:solidFill>
                  <a:srgbClr val="FF0000"/>
                </a:solidFill>
                <a:latin typeface="TH Sarabun New" panose="020B0500040200020003" charset="0"/>
                <a:cs typeface="TH Sarabun New" panose="020B0500040200020003" charset="0"/>
              </a:rPr>
              <a:t>D12</a:t>
            </a:r>
            <a:endParaRPr lang="th-TH" altLang="en-US" sz="500" b="1" dirty="0">
              <a:solidFill>
                <a:srgbClr val="FF0000"/>
              </a:solidFill>
              <a:latin typeface="TH Sarabun New" panose="020B0500040200020003" charset="0"/>
              <a:cs typeface="TH Sarabun New" panose="020B05000402000200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BB5D5-30BD-D163-6600-517231F71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930A7-1572-42CE-E7F7-5033371D0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94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99</Words>
  <Application>Microsoft Office PowerPoint</Application>
  <PresentationFormat>Widescreen</PresentationFormat>
  <Paragraphs>86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Angsana New</vt:lpstr>
      <vt:lpstr>Arial</vt:lpstr>
      <vt:lpstr>Calibri</vt:lpstr>
      <vt:lpstr>Calibri Light</vt:lpstr>
      <vt:lpstr>TH Sarabun New</vt:lpstr>
      <vt:lpstr>TH SarabunPSK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HATHAIKARN MALAKUL</dc:creator>
  <cp:lastModifiedBy>PITISAN INTHAPICHAI</cp:lastModifiedBy>
  <cp:revision>50</cp:revision>
  <cp:lastPrinted>2026-03-07T00:56:00Z</cp:lastPrinted>
  <dcterms:created xsi:type="dcterms:W3CDTF">2024-11-26T02:53:00Z</dcterms:created>
  <dcterms:modified xsi:type="dcterms:W3CDTF">2026-09-19T07:48:59Z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1054-12.1.0.28485</vt:lpwstr>
  </property>
  <property fmtid="{D5CDD505-2E9C-101B-9397-08002B2CF9AE}" pid="3" name="ICV">
    <vt:lpwstr>43F62A4652794C45B28A1B702BABE996_13</vt:lpwstr>
  </property>
</Properties>
</file>